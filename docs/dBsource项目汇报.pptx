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27"/>
                </a:solidFill>
              </a:rPr>
              <a:t>dBsource 品牌官网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东莞新声电子科技有限公司 · 项目汇报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2026年6月 · v2.1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项目概述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专业音响品牌 dBsource 官方网站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中英文双语 · 电脑与手机全功能适配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产品展示 + 案例叙事 + 资料下载 + 智能选型 + AI 顾问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运营人员可在 /admin 后台自主更新内容，无需改代码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系统架构（三端一体）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组件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说明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Next.js 前端 :3003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访客访问：首页、产品、案例、下载、联系、AI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自建后台 /admin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运营日常改内容（推荐）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Strapi CMS :1337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数据存储、媒体库、API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前台核心功能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首页 WebGL 声波动效与品牌主视觉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产品中心：55+ 型号、系列导航、详情图集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工程案例：滚动叙事、多场景筛选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下载中心：分类下载、分享直链、保留文件名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联系页：询盘表单 + 四位销售联系人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智能选型器 + DeepSeek AI 顾问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【配图】截取首页、产品列表、案例页、下载中心、联系页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后台管理能力（v2.1）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中文分区后台，与网站结构一一对应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搜索过滤、未保存提示、保存不刷新整页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图集网格预览，单张右上角删除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下载：自动识别大小、直传 Strapi 加速上传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一键预览官网对应页面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【配图】截取 /admin 产品编辑与下载中心编辑界面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移动端方案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npm run dev:mobile 监听局域网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手机访问 http://&lt;电脑IP&gt;:3003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图片经前端 /strapi-uploads 代理，无需改 CMS 地址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功能与电脑端一致（含 WebGL、AI）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【配图】手机浏览器打开产品页截图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技术栈与仓库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项目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内容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前端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Next.js 14 · TypeScript · Tailwind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动效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Three.js · Framer Motion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CMS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Strapi 5（cms/ 目录）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DeepSeek API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仓库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github.com/Bomi11653/dBsource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建设成果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✓ 品牌官网全站上线可演示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✓ 44+ 款产品实拍图同步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✓ 下载中心大文件与分享下载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✓ AI 顾问与选型器落地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✓ 运营后台可用、可培训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后续规划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测试环境：云服务器 + HTTPS 域名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正式上线：备案、CDN、定期备份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运营：飞书文档培训 + 内容持续更新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可选：询盘推送企业微信、GA4 统计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</a:rPr>
              <a:t>谢谢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github.com/Bomi11653/dBsource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dBsource 品牌官网项目汇报</dc:title>
  <dc:subject>PptxGenJS Presentation</dc:subject>
  <dc:creator>dBsource</dc:creator>
  <cp:lastModifiedBy>dBsource</cp:lastModifiedBy>
  <cp:revision>1</cp:revision>
  <dcterms:created xsi:type="dcterms:W3CDTF">2026-06-09T05:48:41Z</dcterms:created>
  <dcterms:modified xsi:type="dcterms:W3CDTF">2026-06-09T05:48:41Z</dcterms:modified>
</cp:coreProperties>
</file>